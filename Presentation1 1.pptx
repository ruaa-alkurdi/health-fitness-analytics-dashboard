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9" r:id="rId3"/>
    <p:sldId id="260" r:id="rId4"/>
    <p:sldId id="261" r:id="rId5"/>
    <p:sldId id="276" r:id="rId6"/>
    <p:sldId id="275" r:id="rId7"/>
    <p:sldId id="273" r:id="rId8"/>
    <p:sldId id="265" r:id="rId9"/>
    <p:sldId id="266" r:id="rId10"/>
    <p:sldId id="270" r:id="rId11"/>
    <p:sldId id="267" r:id="rId12"/>
    <p:sldId id="269" r:id="rId13"/>
    <p:sldId id="274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8943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11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1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5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09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8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3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4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6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1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4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2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9119A92-1ECB-3DDE-60BA-480BCB1DE1D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32460" y="952500"/>
            <a:ext cx="4675294" cy="4953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2B60E-BB39-37D1-3218-E3EDB533BAC7}"/>
              </a:ext>
            </a:extLst>
          </p:cNvPr>
          <p:cNvSpPr txBox="1"/>
          <p:nvPr/>
        </p:nvSpPr>
        <p:spPr>
          <a:xfrm>
            <a:off x="6836952" y="1920624"/>
            <a:ext cx="5103645" cy="229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cap="all" spc="53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Health &amp; Fitness Tracking App</a:t>
            </a:r>
          </a:p>
        </p:txBody>
      </p:sp>
      <p:pic>
        <p:nvPicPr>
          <p:cNvPr id="5" name="Picture 4" descr="Screens screenshots of a mobile app&#10;&#10;AI-generated content may be incorrect.">
            <a:extLst>
              <a:ext uri="{FF2B5EF4-FFF2-40B4-BE49-F238E27FC236}">
                <a16:creationId xmlns:a16="http://schemas.microsoft.com/office/drawing/2014/main" id="{0EDC3B6A-662A-8E7A-45DB-15846567B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4" b="2"/>
          <a:stretch>
            <a:fillRect/>
          </a:stretch>
        </p:blipFill>
        <p:spPr>
          <a:xfrm>
            <a:off x="910519" y="1503366"/>
            <a:ext cx="5416540" cy="385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65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6FDB-2B69-F239-56C9-143FE9D2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67" y="415259"/>
            <a:ext cx="9601200" cy="13096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Project purpose &amp;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E86F5-5A6C-4E8F-BCA2-519B63361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226" y="1621707"/>
            <a:ext cx="9601200" cy="5133054"/>
          </a:xfrm>
        </p:spPr>
        <p:txBody>
          <a:bodyPr>
            <a:normAutofit fontScale="85000" lnSpcReduction="10000"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Understand what factors drive calorie burn.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Identify key user characteristics that influence fitness performance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Dataset Overview: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The dataset contains 54 features related to fitness, health, and workout performance.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Includes: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Demographics: Age, Gender, Weight, Height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Physiological metrics: Max BPM, Avg BPM, Resting BPM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Workout details: Duration, Workout Type (HIIT, Cardio, Strength)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Nutrition data: macros, calorie intake, protein per kg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Body composition: BMI, Lean Mass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Calculated metrics: expected burn, calorie balance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Calorie Burn Category (Low, Medium, High)</a:t>
            </a:r>
          </a:p>
          <a:p>
            <a:pPr marL="0" indent="0">
              <a:buNone/>
            </a:pPr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64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CE54-37D6-4D91-B259-6A23735B5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837" y="-199176"/>
            <a:ext cx="9601200" cy="13096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GUI Design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1" y="815870"/>
            <a:ext cx="11866879" cy="576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8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81885-BDCB-97FC-CE2D-480BD10C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255655"/>
            <a:ext cx="9601200" cy="77422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Data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FC307-1779-2FF1-1FAE-EACDD8AE1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73" y="1172119"/>
            <a:ext cx="3491927" cy="5829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/>
              <a:t>Home/Overview </a:t>
            </a:r>
            <a:r>
              <a:rPr lang="en-US" sz="2000" b="1" dirty="0"/>
              <a:t>tab 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20" y="1826157"/>
            <a:ext cx="5337240" cy="47372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696" y="1826157"/>
            <a:ext cx="5397624" cy="473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9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81885-BDCB-97FC-CE2D-480BD10C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255655"/>
            <a:ext cx="9601200" cy="77422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Data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FC307-1779-2FF1-1FAE-EACDD8AE1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73" y="1172119"/>
            <a:ext cx="3491927" cy="5829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/>
              <a:t>Home/Overview </a:t>
            </a:r>
            <a:r>
              <a:rPr lang="en-US" sz="2000" b="1" dirty="0"/>
              <a:t>tab 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826157"/>
            <a:ext cx="5283199" cy="47372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161" y="1826157"/>
            <a:ext cx="5532879" cy="473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0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81885-BDCB-97FC-CE2D-480BD10C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19" y="226537"/>
            <a:ext cx="9601200" cy="13096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Data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FC307-1779-2FF1-1FAE-EACDD8AE1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93" y="1436279"/>
            <a:ext cx="9601200" cy="116468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Personal insights tab </a:t>
            </a:r>
            <a:r>
              <a:rPr lang="en-US" b="1" dirty="0" smtClean="0"/>
              <a:t>: </a:t>
            </a:r>
            <a:r>
              <a:rPr lang="en-US" b="1" dirty="0" smtClean="0"/>
              <a:t>The </a:t>
            </a:r>
            <a:r>
              <a:rPr lang="en-US" b="1" dirty="0"/>
              <a:t>Personal Insights tab explores how </a:t>
            </a:r>
            <a:r>
              <a:rPr lang="en-US" b="1" dirty="0" smtClean="0"/>
              <a:t>users physical </a:t>
            </a:r>
            <a:r>
              <a:rPr lang="en-US" b="1" dirty="0"/>
              <a:t>characteristics influence workout </a:t>
            </a:r>
            <a:r>
              <a:rPr lang="en-US" b="1" dirty="0" smtClean="0"/>
              <a:t>performance</a:t>
            </a:r>
            <a:r>
              <a:rPr lang="en-US" b="1" dirty="0"/>
              <a:t>.</a:t>
            </a: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93" y="2296160"/>
            <a:ext cx="11284647" cy="459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43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81885-BDCB-97FC-CE2D-480BD10C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19" y="297657"/>
            <a:ext cx="9601200" cy="13096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Data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FC307-1779-2FF1-1FAE-EACDD8AE1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93" y="1436278"/>
            <a:ext cx="9601200" cy="51240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Personal insights tab 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92" y="1960880"/>
            <a:ext cx="11244007" cy="470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758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286D5-C5D4-E978-05CC-2AAB3A0B2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0122-55CA-ABC6-AAB6-BAC7E985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29" y="297359"/>
            <a:ext cx="9601200" cy="13096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Data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A3722-D06E-41F4-1E32-EE95135B7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69" y="1023322"/>
            <a:ext cx="9601200" cy="51240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Nutrition Analysis tab </a:t>
            </a:r>
            <a:r>
              <a:rPr lang="en-US" b="1" dirty="0" smtClean="0"/>
              <a:t>: we </a:t>
            </a:r>
            <a:r>
              <a:rPr lang="en-US" b="1" dirty="0"/>
              <a:t>focused on how hydration, macronutrient balance, and overall nutrition quality affect calorie burn and training performance. I’ll briefly walk through the three visualizations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69" y="2743200"/>
            <a:ext cx="11312951" cy="402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62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FA0DE-FC0A-B54E-7638-DD4B2E68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2A5F-3B45-8A31-002A-35396316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29" y="368479"/>
            <a:ext cx="9601200" cy="13096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Data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BAC74-5F8E-7C44-F156-5AEE9A3CA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258" y="1023323"/>
            <a:ext cx="9601200" cy="51240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Nutrition Analysis tab :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2001520"/>
            <a:ext cx="11338560" cy="468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6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9A313-E675-00C1-12BB-391C8EB3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24915-E94C-FB44-CDEF-5D13E3DA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18" y="126591"/>
            <a:ext cx="9601200" cy="13096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Data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17BDF-3F2B-9350-1141-007721A5F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93" y="1111813"/>
            <a:ext cx="9601200" cy="51240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Workout Analysis tab 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92" y="1642006"/>
            <a:ext cx="11437047" cy="501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09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B6C78-E091-4723-7D86-A02DFFAC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91D89-D645-BCA8-D736-75C25FF00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18" y="126591"/>
            <a:ext cx="9601200" cy="13096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Data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6F6A2-23FE-859C-B073-816FA850C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93" y="1111813"/>
            <a:ext cx="9601200" cy="51240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Workout Analysis tab 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93" y="1676400"/>
            <a:ext cx="11396407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81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D6D0C-EB8B-D3F2-9551-3C7CE3F2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3629-186C-29AA-4F12-B1B563BC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18" y="126591"/>
            <a:ext cx="9601200" cy="13096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Data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90226-F6CD-7B5E-2845-20F5FB988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93" y="1111813"/>
            <a:ext cx="9601200" cy="51240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Workout Analysis tab 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93" y="1659786"/>
            <a:ext cx="11203367" cy="493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8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60F08-E8F5-9BD5-10A7-5E25D088D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3086-07B3-E6C7-F16B-41C7DBAC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08" y="315690"/>
            <a:ext cx="9601200" cy="13096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Data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62414-5841-AB3F-3096-E518595BB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93" y="1351655"/>
            <a:ext cx="9601200" cy="51240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Workout Analysis tab 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93" y="1950720"/>
            <a:ext cx="11233847" cy="461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84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60F08-E8F5-9BD5-10A7-5E25D088D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3086-07B3-E6C7-F16B-41C7DBAC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08" y="315690"/>
            <a:ext cx="9601200" cy="13096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02060"/>
                </a:solidFill>
              </a:rPr>
              <a:t>Data visualization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62414-5841-AB3F-3096-E518595BB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93" y="1351655"/>
            <a:ext cx="9601200" cy="51240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Workout Analysis tab 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93" y="1899920"/>
            <a:ext cx="11345607" cy="471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38243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226</Words>
  <Application>Microsoft Office PowerPoint</Application>
  <PresentationFormat>Widescreen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Goudy Old Style</vt:lpstr>
      <vt:lpstr>Univers Light</vt:lpstr>
      <vt:lpstr>Wingdings</vt:lpstr>
      <vt:lpstr>PoiseVTI</vt:lpstr>
      <vt:lpstr>PowerPoint Presentation</vt:lpstr>
      <vt:lpstr>Project purpose &amp; Dataset</vt:lpstr>
      <vt:lpstr>GUI Design  </vt:lpstr>
      <vt:lpstr>Data visualization </vt:lpstr>
      <vt:lpstr>Data visualization </vt:lpstr>
      <vt:lpstr>Data visualization </vt:lpstr>
      <vt:lpstr>Data visualization </vt:lpstr>
      <vt:lpstr>Data visualization </vt:lpstr>
      <vt:lpstr>Data visualization </vt:lpstr>
      <vt:lpstr>Data visualization </vt:lpstr>
      <vt:lpstr>Data visualization </vt:lpstr>
      <vt:lpstr>Data visualization </vt:lpstr>
      <vt:lpstr>Data visualization </vt:lpstr>
      <vt:lpstr>Data visualization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لجين حراحشة</dc:creator>
  <cp:lastModifiedBy>DELL</cp:lastModifiedBy>
  <cp:revision>11</cp:revision>
  <dcterms:created xsi:type="dcterms:W3CDTF">2025-12-02T19:56:49Z</dcterms:created>
  <dcterms:modified xsi:type="dcterms:W3CDTF">2025-12-30T18:58:03Z</dcterms:modified>
</cp:coreProperties>
</file>